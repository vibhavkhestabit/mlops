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48CAE4">
              <a:alpha val="10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22960"/>
            <a:ext cx="1554480" cy="320040"/>
          </a:xfrm>
          <a:prstGeom prst="roundRect">
            <a:avLst>
              <a:gd name="adj" fmla="val 42857"/>
            </a:avLst>
          </a:prstGeom>
          <a:solidFill>
            <a:srgbClr val="00B4D8">
              <a:alpha val="1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</a:rPr>
              <a:t>KUBERNETES IDE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Lens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Kubernetes clusters, visualised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30632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is an open-source Kubernetes IDE that gives you a full visual dashboard for every cluster — pods, workloads, networking, storage, RBAC, and real-time metrics — without touching the terminal.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685800"/>
            <a:ext cx="2194560" cy="1143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777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583680" y="1344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connected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2103120"/>
            <a:ext cx="2194560" cy="1143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2194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583680" y="2761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pods visible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3520440"/>
            <a:ext cx="2194560" cy="1143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36118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583680" y="4178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running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Explored during Week 3 — Azure DevOps Bootcamp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Lens Does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3383280"/>
          </a:xfrm>
          <a:prstGeom prst="roundRect">
            <a:avLst>
              <a:gd name="adj" fmla="val 3243"/>
            </a:avLst>
          </a:prstGeom>
          <a:solidFill>
            <a:srgbClr val="161B22"/>
          </a:solidFill>
          <a:ln w="12700">
            <a:solidFill>
              <a:srgbClr val="2933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8C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desktop IDE for Kubernetes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191109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any number of clusters at once — local minikube, AKS, EKS — all visible in one sidebar.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423160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865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CPU, memory, and pod metrics without running kubectl top manually.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2935224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8986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terminal tied to the cluster context — no separate shell needed.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344728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4107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Shell tabs let you exec into any pod from the UI in one click.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395935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9227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Workloads tree: Pods, Deployments, ReplicaSets, DaemonSets, StatefulSets, Jobs, CronJobs.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28016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161B22"/>
          </a:solidFill>
          <a:ln w="12700">
            <a:solidFill>
              <a:srgbClr val="2933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4173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8C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Navigator sections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18745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 </a:t>
            </a:r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· Deployments · Jobs · CronJobs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2768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 </a:t>
            </a:r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Ingresses · Endpoints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6791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 </a:t>
            </a:r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PVCs · ConfigMaps · StorageClasses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0815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 </a:t>
            </a:r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LimitRanges · ResourceQuotas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4838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 </a:t>
            </a:r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· ClusterRoles · RoleBindings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8862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 </a:t>
            </a:r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· Releases installed on cluster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42885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Resources  </a:t>
            </a:r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CRDs — CSI driver, ACN, secrets-store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aks-bootcamp-week3 cluster connected and in context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KEY 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Lens Gives You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514600" cy="1481328"/>
          </a:xfrm>
          <a:prstGeom prst="roundRect">
            <a:avLst>
              <a:gd name="adj" fmla="val 6173"/>
            </a:avLst>
          </a:prstGeom>
          <a:solidFill>
            <a:srgbClr val="161B22"/>
          </a:solidFill>
          <a:ln w="12700">
            <a:solidFill>
              <a:srgbClr val="2933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408176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Metrics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73736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Memory, Pod counts per node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vs. allocatable capacity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Prometheus integration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/ 6h / 24h time windows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72968" y="1298448"/>
            <a:ext cx="2514600" cy="1481328"/>
          </a:xfrm>
          <a:prstGeom prst="roundRect">
            <a:avLst>
              <a:gd name="adj" fmla="val 6173"/>
            </a:avLst>
          </a:prstGeom>
          <a:solidFill>
            <a:srgbClr val="161B22"/>
          </a:solidFill>
          <a:ln w="12700">
            <a:solidFill>
              <a:srgbClr val="2933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408176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&amp; Health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37560" y="173736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items in event log = healthy cluster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(2), Deployments (1) all green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issues found" cluster summary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ReplicaSets (4) running correctly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88736" y="1298448"/>
            <a:ext cx="2514600" cy="1481328"/>
          </a:xfrm>
          <a:prstGeom prst="roundRect">
            <a:avLst>
              <a:gd name="adj" fmla="val 6173"/>
            </a:avLst>
          </a:prstGeom>
          <a:solidFill>
            <a:srgbClr val="161B22"/>
          </a:solidFill>
          <a:ln w="12700">
            <a:solidFill>
              <a:srgbClr val="2933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53328" y="1408176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A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 Shell &amp; Logs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53328" y="173736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into any pod from the UI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Per-pod log viewer, no kubectl needed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 terminal in same window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context shown in terminal footer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2514600" cy="1481328"/>
          </a:xfrm>
          <a:prstGeom prst="roundRect">
            <a:avLst>
              <a:gd name="adj" fmla="val 6173"/>
            </a:avLst>
          </a:prstGeom>
          <a:solidFill>
            <a:srgbClr val="161B22"/>
          </a:solidFill>
          <a:ln w="12700">
            <a:solidFill>
              <a:srgbClr val="2933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" y="303580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 &amp; Quotas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" y="3364992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LimitRanges per namespace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ResourceQuotas to cap usage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live — changes apply immediately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listed + filterable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72968" y="2926080"/>
            <a:ext cx="2514600" cy="1481328"/>
          </a:xfrm>
          <a:prstGeom prst="roundRect">
            <a:avLst>
              <a:gd name="adj" fmla="val 6173"/>
            </a:avLst>
          </a:prstGeom>
          <a:solidFill>
            <a:srgbClr val="161B22"/>
          </a:solidFill>
          <a:ln w="12700">
            <a:solidFill>
              <a:srgbClr val="2933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303580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3364992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Accounts visible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ClusterRoles + Roles listed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RoleBindings + ClusterRoleBindings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RBAC — namespace-scoped access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88736" y="2926080"/>
            <a:ext cx="2514600" cy="1481328"/>
          </a:xfrm>
          <a:prstGeom prst="roundRect">
            <a:avLst>
              <a:gd name="adj" fmla="val 6173"/>
            </a:avLst>
          </a:prstGeom>
          <a:solidFill>
            <a:srgbClr val="161B22"/>
          </a:solidFill>
          <a:ln w="12700">
            <a:solidFill>
              <a:srgbClr val="2933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53328" y="303580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A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Helm &amp; CRDs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53328" y="3364992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Charts + Releases installed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secrets-store CRD visible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ACN + multitenancy CRDs listed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Resources browseable in UI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Lens Matters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794760" cy="3520440"/>
          </a:xfrm>
          <a:prstGeom prst="roundRect">
            <a:avLst>
              <a:gd name="adj" fmla="val 3117"/>
            </a:avLst>
          </a:prstGeom>
          <a:solidFill>
            <a:srgbClr val="3D1515"/>
          </a:solidFill>
          <a:ln w="12700">
            <a:solidFill>
              <a:srgbClr val="8B333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3898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7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Lens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737360"/>
            <a:ext cx="33832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pods — one command, one namespace at a time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describe — manual typing per resource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top — no history, no chart, just numbers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exec — raw terminal, no UI context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visual RBAC overview — roles listed separately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Helm releases view — helm list in terminal only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CRD browser — custom resources invisible unless queried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only via kubectl get events — no filtering UI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via kubectl logs — one pod, one container at a time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cluster health summary — you find issues when they break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298448"/>
            <a:ext cx="3794760" cy="3520440"/>
          </a:xfrm>
          <a:prstGeom prst="roundRect">
            <a:avLst>
              <a:gd name="adj" fmla="val 3117"/>
            </a:avLst>
          </a:prstGeom>
          <a:solidFill>
            <a:srgbClr val="0D2B1E"/>
          </a:solidFill>
          <a:ln w="12700">
            <a:solidFill>
              <a:srgbClr val="2D7A5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36592" y="13898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Lens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36592" y="1737360"/>
            <a:ext cx="33832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pods, all namespaces — live, in one unified view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resource to see full detail instantly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+ Memory + Pod charts with 1h / 6h / 24h history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Shell tab — one click exec into any running container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RBAC tree: Roles, ClusterRoles, Bindings all visible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Charts + Releases listed with versions and status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 browser — CSI driver, secrets-store, ACN all visible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tab with filtering — 0 items = cluster is healthy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Per-pod log viewer — no kubectl command needed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issues found" cluster health summary at a glance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617720"/>
            <a:ext cx="8229600" cy="384048"/>
          </a:xfrm>
          <a:prstGeom prst="roundRect">
            <a:avLst>
              <a:gd name="adj" fmla="val 23810"/>
            </a:avLst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6360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"Lens turns kubectl from a command you type to a cluster you can see — real-time metrics, RBAC, Helm, secrets, all in one window."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Lens — Kubernetes IDE Overview</dc:title>
  <dc:subject>PptxGenJS Presentation</dc:subject>
  <dc:creator>Vibhav Khaneja</dc:creator>
  <cp:lastModifiedBy>Vibhav Khaneja</cp:lastModifiedBy>
  <cp:revision>1</cp:revision>
  <dcterms:created xsi:type="dcterms:W3CDTF">2026-07-07T18:15:06Z</dcterms:created>
  <dcterms:modified xsi:type="dcterms:W3CDTF">2026-07-07T18:15:06Z</dcterms:modified>
</cp:coreProperties>
</file>